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Story: example-newspaper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9525000"/>
          </a:xfrm>
          <a:prstGeom prst="rect">
            <a:avLst/>
          </a:prstGeom>
        </p:spPr>
      </p:pic>
      <p:pic>
        <p:nvPicPr>
          <p:cNvPr id="4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144750"/>
            <a:ext cx="3821626" cy="571500"/>
          </a:xfrm>
          <a:prstGeom prst="rect">
            <a:avLst/>
          </a:prstGeom>
        </p:spPr>
      </p:pic>
      <p:sp>
        <p:nvSpPr>
          <p:cNvPr id="5" name="Date panel"/>
          <p:cNvSpPr/>
          <p:nvPr/>
        </p:nvSpPr>
        <p:spPr>
          <a:xfrm>
            <a:off x="685800" y="8143875"/>
            <a:ext cx="5762625" cy="2381250"/>
          </a:xfrm>
          <a:custGeom>
            <a:avLst/>
            <a:gdLst/>
            <a:ahLst/>
            <a:cxnLst/>
            <a:rect l="l" t="t" r="r" b="b"/>
            <a:pathLst>
              <a:path w="5762625" h="2381250">
                <a:moveTo>
                  <a:pt x="285750" y="0"/>
                </a:moveTo>
                <a:lnTo>
                  <a:pt x="5762625" y="0"/>
                </a:lnTo>
                <a:lnTo>
                  <a:pt x="5476875" y="2381250"/>
                </a:lnTo>
                <a:lnTo>
                  <a:pt x="0" y="2381250"/>
                </a:lnTo>
                <a:lnTo>
                  <a:pt x="28575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"/>
          <p:cNvSpPr txBox="1"/>
          <p:nvPr/>
        </p:nvSpPr>
        <p:spPr>
          <a:xfrm>
            <a:off x="1233488" y="7582343"/>
            <a:ext cx="4930140" cy="36217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441" b="0" cap="all">
                <a:solidFill>
                  <a:srgbClr val="5E1A1D"/>
                </a:solidFill>
                <a:latin typeface="Saira Condensed Black"/>
              </a:rPr>
              <a:t>10/20</a:t>
            </a:r>
          </a:p>
        </p:txBody>
      </p:sp>
      <p:sp>
        <p:nvSpPr>
          <p:cNvPr id="7" name="Day and time"/>
          <p:cNvSpPr txBox="1"/>
          <p:nvPr/>
        </p:nvSpPr>
        <p:spPr>
          <a:xfrm>
            <a:off x="6772275" y="9703498"/>
            <a:ext cx="2529005" cy="11835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700" b="0" spc="57" cap="all">
                <a:solidFill>
                  <a:srgbClr val="F5EAD5"/>
                </a:solidFill>
                <a:latin typeface="Saira Condensed Black"/>
              </a:rPr>
              <a:t>MONDAY</a:t>
            </a:r>
          </a:p>
        </p:txBody>
      </p:sp>
      <p:sp>
        <p:nvSpPr>
          <p:cNvPr id="8" name="Tag panel"/>
          <p:cNvSpPr/>
          <p:nvPr/>
        </p:nvSpPr>
        <p:spPr>
          <a:xfrm>
            <a:off x="685800" y="11777846"/>
            <a:ext cx="2584652" cy="590550"/>
          </a:xfrm>
          <a:custGeom>
            <a:avLst/>
            <a:gdLst/>
            <a:ahLst/>
            <a:cxnLst/>
            <a:rect l="l" t="t" r="r" b="b"/>
            <a:pathLst>
              <a:path w="2584652" h="590550">
                <a:moveTo>
                  <a:pt x="70866" y="0"/>
                </a:moveTo>
                <a:lnTo>
                  <a:pt x="2584652" y="0"/>
                </a:lnTo>
                <a:lnTo>
                  <a:pt x="2513786" y="590550"/>
                </a:lnTo>
                <a:lnTo>
                  <a:pt x="0" y="590550"/>
                </a:lnTo>
                <a:lnTo>
                  <a:pt x="70866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"/>
          <p:cNvSpPr txBox="1"/>
          <p:nvPr/>
        </p:nvSpPr>
        <p:spPr>
          <a:xfrm>
            <a:off x="927926" y="11733641"/>
            <a:ext cx="2260617" cy="7017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79" b="0" spc="67" cap="all">
                <a:solidFill>
                  <a:srgbClr val="5E1A1D"/>
                </a:solidFill>
                <a:latin typeface="Saira Condensed Black"/>
              </a:rPr>
              <a:t>SPIRIT WEEK</a:t>
            </a:r>
          </a:p>
        </p:txBody>
      </p:sp>
      <p:sp>
        <p:nvSpPr>
          <p:cNvPr id="10" name="Headline"/>
          <p:cNvSpPr txBox="1"/>
          <p:nvPr/>
        </p:nvSpPr>
        <p:spPr>
          <a:xfrm>
            <a:off x="685800" y="12369894"/>
            <a:ext cx="9348216" cy="15274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56" b="0" spc="73" cap="all">
                <a:solidFill>
                  <a:srgbClr val="F5EAD5"/>
                </a:solidFill>
                <a:latin typeface="Saira Condensed Black"/>
              </a:rPr>
              <a:t>PAJAMA DAY KICKS IT OFF</a:t>
            </a:r>
          </a:p>
        </p:txBody>
      </p:sp>
      <p:sp>
        <p:nvSpPr>
          <p:cNvPr id="11" name="Details"/>
          <p:cNvSpPr txBox="1"/>
          <p:nvPr/>
        </p:nvSpPr>
        <p:spPr>
          <a:xfrm>
            <a:off x="685800" y="13752100"/>
            <a:ext cx="8815154" cy="716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50" b="1">
                <a:solidFill>
                  <a:srgbClr val="EBD9C6"/>
                </a:solidFill>
                <a:latin typeface="Saira"/>
              </a:rPr>
              <a:t>Full list of themes on the school website.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9525000"/>
          </a:xfrm>
          <a:prstGeom prst="rect">
            <a:avLst/>
          </a:prstGeom>
        </p:spPr>
      </p:pic>
      <p:pic>
        <p:nvPicPr>
          <p:cNvPr id="4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144750"/>
            <a:ext cx="3821626" cy="571500"/>
          </a:xfrm>
          <a:prstGeom prst="rect">
            <a:avLst/>
          </a:prstGeom>
        </p:spPr>
      </p:pic>
      <p:sp>
        <p:nvSpPr>
          <p:cNvPr id="5" name="Tag panel"/>
          <p:cNvSpPr/>
          <p:nvPr/>
        </p:nvSpPr>
        <p:spPr>
          <a:xfrm>
            <a:off x="685800" y="11287125"/>
            <a:ext cx="3325414" cy="590550"/>
          </a:xfrm>
          <a:custGeom>
            <a:avLst/>
            <a:gdLst/>
            <a:ahLst/>
            <a:cxnLst/>
            <a:rect l="l" t="t" r="r" b="b"/>
            <a:pathLst>
              <a:path w="3325414" h="590550">
                <a:moveTo>
                  <a:pt x="70866" y="0"/>
                </a:moveTo>
                <a:lnTo>
                  <a:pt x="3325414" y="0"/>
                </a:lnTo>
                <a:lnTo>
                  <a:pt x="3254548" y="590550"/>
                </a:lnTo>
                <a:lnTo>
                  <a:pt x="0" y="590550"/>
                </a:lnTo>
                <a:lnTo>
                  <a:pt x="70866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"/>
          <p:cNvSpPr txBox="1"/>
          <p:nvPr/>
        </p:nvSpPr>
        <p:spPr>
          <a:xfrm>
            <a:off x="927926" y="11242920"/>
            <a:ext cx="3031010" cy="7017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79" b="0" spc="67" cap="all">
                <a:solidFill>
                  <a:srgbClr val="F5EAD5"/>
                </a:solidFill>
                <a:latin typeface="Saira Condensed Black"/>
              </a:rPr>
              <a:t>WEEKLY WILDCAT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685800" y="11560346"/>
            <a:ext cx="9045809" cy="26936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972" b="0" spc="129" cap="all">
                <a:solidFill>
                  <a:srgbClr val="5E1A1D"/>
                </a:solidFill>
                <a:latin typeface="Saira Condensed Black"/>
              </a:rPr>
              <a:t>WRITE FOR US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685800" y="13752100"/>
            <a:ext cx="9001526" cy="716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50" b="1">
                <a:solidFill>
                  <a:srgbClr val="1C1517"/>
                </a:solidFill>
                <a:latin typeface="Saira"/>
              </a:rPr>
              <a:t>Staff meetings are Tuesdays after school.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